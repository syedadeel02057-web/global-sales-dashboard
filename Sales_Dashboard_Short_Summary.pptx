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40194"/>
            <a:ext cx="44790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763"/>
                </a:solidFill>
              </a:defRPr>
            </a:pPr>
            <a:r>
              <a:rPr lang="en-US" dirty="0"/>
              <a:t>Global Sales Dashboard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8473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</a:defRPr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12344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73351"/>
            <a:ext cx="21488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Total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21488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F75B5"/>
                </a:solidFill>
              </a:defRPr>
            </a:pPr>
            <a:r>
              <a:t>12,642,905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1508760"/>
            <a:ext cx="73152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673351"/>
            <a:ext cx="21488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Total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39112"/>
            <a:ext cx="21488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E7D32"/>
                </a:solidFill>
              </a:defRPr>
            </a:pPr>
            <a:r>
              <a:t>≈ 1.47M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508760"/>
            <a:ext cx="73152" cy="12344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673351"/>
            <a:ext cx="21488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Profit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39112"/>
            <a:ext cx="21488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7030A0"/>
                </a:solidFill>
              </a:defRPr>
            </a:pPr>
            <a:r>
              <a:t>≈ 12%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50876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1508760"/>
            <a:ext cx="73152" cy="1234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1673351"/>
            <a:ext cx="21488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Total Sales (display)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039112"/>
            <a:ext cx="21488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ED7D31"/>
                </a:solidFill>
              </a:defRPr>
            </a:pPr>
            <a:r>
              <a:t>≈ 13M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154680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rPr dirty="0"/>
              <a:t>Dashboard purpose: Provide a compact view of overall sales performance and the major drivers of sales.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Sales Dashboard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20BB9-50A9-EC3B-0479-2E00DA0A1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7316"/>
            <a:ext cx="7772400" cy="412956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Key tasks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08C8A-C24E-05CB-1F34-0D1AB7E59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522" y="776748"/>
            <a:ext cx="10200968" cy="4862052"/>
          </a:xfrm>
        </p:spPr>
        <p:txBody>
          <a:bodyPr/>
          <a:lstStyle/>
          <a:p>
            <a:pPr algn="l">
              <a:defRPr sz="1600" b="1">
                <a:solidFill>
                  <a:srgbClr val="2F75B5"/>
                </a:solidFill>
              </a:defRPr>
            </a:pPr>
            <a:r>
              <a:rPr lang="en-US" sz="1800" dirty="0">
                <a:solidFill>
                  <a:srgbClr val="FF0000"/>
                </a:solidFill>
              </a:rPr>
              <a:t>Sales by Category</a:t>
            </a:r>
          </a:p>
          <a:p>
            <a:pPr algn="l">
              <a:defRPr sz="1200">
                <a:solidFill>
                  <a:srgbClr val="2D2D2D"/>
                </a:solidFill>
              </a:defRPr>
            </a:pPr>
            <a:r>
              <a:rPr lang="en-US" sz="1800" dirty="0"/>
              <a:t>Clustered bar chart — Compares total sales across product categories.</a:t>
            </a:r>
          </a:p>
          <a:p>
            <a:pPr algn="l">
              <a:defRPr sz="1200">
                <a:solidFill>
                  <a:srgbClr val="2D2D2D"/>
                </a:solidFill>
              </a:defRPr>
            </a:pPr>
            <a:endParaRPr lang="en-IN" sz="1800" dirty="0"/>
          </a:p>
          <a:p>
            <a:pPr algn="l">
              <a:defRPr sz="1600" b="1">
                <a:solidFill>
                  <a:srgbClr val="2E7D32"/>
                </a:solidFill>
              </a:defRPr>
            </a:pPr>
            <a:r>
              <a:rPr lang="en-US" sz="1600" dirty="0">
                <a:solidFill>
                  <a:srgbClr val="FF0000"/>
                </a:solidFill>
              </a:rPr>
              <a:t>Sales by State</a:t>
            </a:r>
          </a:p>
          <a:p>
            <a:pPr algn="l">
              <a:defRPr sz="1200">
                <a:solidFill>
                  <a:srgbClr val="2D2D2D"/>
                </a:solidFill>
              </a:defRPr>
            </a:pPr>
            <a:r>
              <a:rPr lang="en-US" sz="1600" dirty="0"/>
              <a:t>Filled map — Shows the geographic distribution of sales.</a:t>
            </a:r>
          </a:p>
          <a:p>
            <a:pPr algn="l">
              <a:defRPr sz="1200">
                <a:solidFill>
                  <a:srgbClr val="2D2D2D"/>
                </a:solidFill>
              </a:defRPr>
            </a:pPr>
            <a:endParaRPr lang="en-US" sz="1600" dirty="0"/>
          </a:p>
          <a:p>
            <a:pPr algn="l">
              <a:defRPr sz="1600" b="1">
                <a:solidFill>
                  <a:srgbClr val="7030A0"/>
                </a:solidFill>
              </a:defRPr>
            </a:pPr>
            <a:r>
              <a:rPr lang="en-US" sz="1600" dirty="0">
                <a:solidFill>
                  <a:srgbClr val="FF0000"/>
                </a:solidFill>
              </a:rPr>
              <a:t>Sales by Week &amp; Year</a:t>
            </a:r>
          </a:p>
          <a:p>
            <a:pPr algn="l">
              <a:defRPr sz="1200">
                <a:solidFill>
                  <a:srgbClr val="2D2D2D"/>
                </a:solidFill>
              </a:defRPr>
            </a:pPr>
            <a:r>
              <a:rPr lang="en-US" sz="1600" dirty="0"/>
              <a:t>Line chart — Tracks weekly sales patterns and year-to-year movement.</a:t>
            </a:r>
          </a:p>
          <a:p>
            <a:pPr algn="l">
              <a:defRPr sz="1200">
                <a:solidFill>
                  <a:srgbClr val="2D2D2D"/>
                </a:solidFill>
              </a:defRPr>
            </a:pPr>
            <a:endParaRPr lang="en-US" sz="1600" dirty="0"/>
          </a:p>
          <a:p>
            <a:pPr algn="l">
              <a:defRPr sz="1600" b="1">
                <a:solidFill>
                  <a:srgbClr val="2F75B5"/>
                </a:solidFill>
              </a:defRPr>
            </a:pPr>
            <a:r>
              <a:rPr lang="en-US" sz="1600" dirty="0">
                <a:solidFill>
                  <a:srgbClr val="FF0000"/>
                </a:solidFill>
              </a:rPr>
              <a:t>Top 5 Sub-Categories</a:t>
            </a:r>
          </a:p>
          <a:p>
            <a:pPr algn="l">
              <a:defRPr sz="1200">
                <a:solidFill>
                  <a:srgbClr val="2D2D2D"/>
                </a:solidFill>
              </a:defRPr>
            </a:pPr>
            <a:r>
              <a:rPr lang="en-US" sz="1600" dirty="0"/>
              <a:t>Clustered bar chart + Top N — Highlights the five sub-categories generating the most sales.</a:t>
            </a:r>
          </a:p>
          <a:p>
            <a:pPr algn="l">
              <a:defRPr sz="1200">
                <a:solidFill>
                  <a:srgbClr val="2D2D2D"/>
                </a:solidFill>
              </a:defRPr>
            </a:pPr>
            <a:endParaRPr lang="en-US" sz="1400" dirty="0"/>
          </a:p>
          <a:p>
            <a:pPr algn="l">
              <a:defRPr sz="1200">
                <a:solidFill>
                  <a:srgbClr val="2D2D2D"/>
                </a:solidFill>
              </a:defRPr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97073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388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63"/>
                </a:solidFill>
              </a:defRPr>
            </a:pPr>
            <a:r>
              <a:rPr dirty="0"/>
              <a:t>Dashboard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9177128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</a:defRPr>
            </a:pPr>
            <a:r>
              <a:rPr dirty="0"/>
              <a:t>• Keep KPI cards at the top: Total Sales, Total Profit, Profit Margin and Total Orders.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</a:defRPr>
            </a:pPr>
            <a:r>
              <a:rPr dirty="0"/>
              <a:t>• Use a line chart for </a:t>
            </a:r>
            <a:r>
              <a:rPr dirty="0" err="1"/>
              <a:t>Weeknum</a:t>
            </a:r>
            <a:r>
              <a:rPr dirty="0"/>
              <a:t>/Year when the objective is to show a trend rather than stacked totals.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</a:defRPr>
            </a:pPr>
            <a:r>
              <a:rPr dirty="0"/>
              <a:t>• Keep Top 5 Sub-Categories as a horizontal clustered bar chart and sort descending by Sales.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Sales Dashboard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171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Key tasks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saprivate81@gmail.com</cp:lastModifiedBy>
  <cp:revision>2</cp:revision>
  <dcterms:created xsi:type="dcterms:W3CDTF">2013-01-27T09:14:16Z</dcterms:created>
  <dcterms:modified xsi:type="dcterms:W3CDTF">2026-09-03T10:45:51Z</dcterms:modified>
  <cp:category/>
</cp:coreProperties>
</file>